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AI-Based Question Paper Generation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Shyam | ECE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question paper preparation is time-consuming</a:t>
            </a:r>
          </a:p>
          <a:p>
            <a:pPr/>
            <a:r>
              <a:t>Difficult to ensure syllabus coverage</a:t>
            </a:r>
          </a:p>
          <a:p>
            <a:pPr/>
            <a:r>
              <a:t>Risk of repetition</a:t>
            </a:r>
          </a:p>
          <a:p>
            <a:pPr/>
            <a:r>
              <a:t>Need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 question generation</a:t>
            </a:r>
          </a:p>
          <a:p>
            <a:pPr/>
            <a:r>
              <a:t>Generate multiple question types</a:t>
            </a:r>
          </a:p>
          <a:p>
            <a:pPr/>
            <a:r>
              <a:t>Reduce manual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Upload syllabus PDF</a:t>
            </a:r>
          </a:p>
          <a:p>
            <a:pPr/>
            <a:r>
              <a:t>Extract and preprocess text</a:t>
            </a:r>
          </a:p>
          <a:p>
            <a:pPr/>
            <a:r>
              <a:t>Use FLAN-T5 model</a:t>
            </a:r>
          </a:p>
          <a:p>
            <a:pPr/>
            <a:r>
              <a:t>Generate questions</a:t>
            </a:r>
          </a:p>
          <a:p>
            <a:pPr/>
            <a:r>
              <a:t>Export as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FLAN-T5 Transformer</a:t>
            </a:r>
          </a:p>
          <a:p>
            <a:pPr/>
            <a:r>
              <a:t>Encoder-Decoder architecture</a:t>
            </a:r>
          </a:p>
          <a:p>
            <a:pPr/>
            <a:r>
              <a:t>Instruction tuned</a:t>
            </a:r>
          </a:p>
          <a:p>
            <a:pPr/>
            <a:r>
              <a:t>Text-to-text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PDF → Text → Preprocessing → Model → Questions → PDF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syllabus PDFs</a:t>
            </a:r>
          </a:p>
          <a:p>
            <a:pPr/>
            <a:r>
              <a:t>No fixed dataset required</a:t>
            </a:r>
          </a:p>
          <a:p>
            <a:pPr/>
            <a:r>
              <a:t>Dynamic input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Relevance</a:t>
            </a:r>
          </a:p>
          <a:p>
            <a:pPr/>
            <a:r>
              <a:t>Clarity</a:t>
            </a:r>
          </a:p>
          <a:p>
            <a:pPr/>
            <a:r>
              <a:t>Grammar</a:t>
            </a:r>
          </a:p>
          <a:p>
            <a:pPr/>
            <a:r>
              <a:t>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Generated structured questions</a:t>
            </a:r>
          </a:p>
          <a:p>
            <a:pPr/>
            <a:r>
              <a:t>Reduced manual work</a:t>
            </a:r>
          </a:p>
          <a:p>
            <a:pPr/>
            <a:r>
              <a:t>Efficient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system achieved</a:t>
            </a:r>
          </a:p>
          <a:p>
            <a:pPr/>
            <a:r>
              <a:t>Improves efficiency</a:t>
            </a:r>
          </a:p>
          <a:p>
            <a:pPr/>
            <a:r>
              <a:t>Useful for education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MCQs generation</a:t>
            </a:r>
          </a:p>
          <a:p>
            <a:pPr/>
            <a:r>
              <a:t>Difficulty levels</a:t>
            </a:r>
          </a:p>
          <a:p>
            <a:pPr/>
            <a:r>
              <a:t>Web integration</a:t>
            </a:r>
          </a:p>
          <a:p>
            <a:pPr/>
            <a:r>
              <a:t>Multilingual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Vaswani et al., 2017</a:t>
            </a:r>
          </a:p>
          <a:p>
            <a:pPr/>
            <a:r>
              <a:t>Raffel et al., 2020</a:t>
            </a:r>
          </a:p>
          <a:p>
            <a:pPr/>
            <a:r>
              <a:t>Devlin et al.,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